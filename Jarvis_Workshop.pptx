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220724"/>
            <a:ext cx="3474720" cy="2953512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70482"/>
            <a:ext cx="2651760" cy="2253996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20240"/>
            <a:ext cx="1828800" cy="1554480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2246681"/>
            <a:ext cx="1060704" cy="901598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0512" y="2526487"/>
            <a:ext cx="402336" cy="341986"/>
          </a:xfrm>
          <a:prstGeom prst="ellipse">
            <a:avLst/>
          </a:prstGeom>
          <a:solidFill>
            <a:srgbClr val="00C8FF">
              <a:alpha val="55000"/>
            </a:srgbClr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3258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627632"/>
            <a:ext cx="521208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006880">
                <a:alpha val="9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80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JARVIS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3931920" y="2880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AI Agents Workshop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31920" y="3337560"/>
            <a:ext cx="4114800" cy="2286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4381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28, 2025  ·  Hosted by PinkFare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7320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J.A.R.V.I.S  ·  STARK INDUSTRIES  ·  AI DIVISION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931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9:15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Iron Man clip + Icebreaker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1005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80744"/>
            <a:ext cx="8503920" cy="393192"/>
          </a:xfrm>
          <a:prstGeom prst="rect">
            <a:avLst/>
          </a:prstGeom>
          <a:solidFill>
            <a:srgbClr val="040E1A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80744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26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9:15 – 10:05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4264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Talk: AI Agents — What, Why &amp; How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1426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01368"/>
            <a:ext cx="8503920" cy="3931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01368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10:05 – 10:35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18470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Meet Jarvis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221992"/>
            <a:ext cx="8503920" cy="393192"/>
          </a:xfrm>
          <a:prstGeom prst="rect">
            <a:avLst/>
          </a:prstGeom>
          <a:solidFill>
            <a:srgbClr val="071C2C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267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 – 10:45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2677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Break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2267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642616"/>
            <a:ext cx="8503920" cy="3931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642616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6883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11:05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26883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Walkthrough + Setup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26883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8503920" cy="393192"/>
          </a:xfrm>
          <a:prstGeom prst="rect">
            <a:avLst/>
          </a:prstGeom>
          <a:solidFill>
            <a:srgbClr val="040E1A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063240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108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11:05 – 12:20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03120" y="31089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 (3 Checkpoints)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483864"/>
            <a:ext cx="8503920" cy="3931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483864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5295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12:20 – 12:45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35295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Jarvis  +  PinkFare Demo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3529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904488"/>
            <a:ext cx="8503920" cy="393192"/>
          </a:xfrm>
          <a:prstGeom prst="rect">
            <a:avLst/>
          </a:prstGeom>
          <a:solidFill>
            <a:srgbClr val="040E1A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904488"/>
            <a:ext cx="54864" cy="393192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950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12:45 – 1:00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03120" y="39502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+ What's Next + Feedback Form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63840" y="3950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 had a personal AI assistant...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71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FIRST thing you'd ask it?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10515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377440"/>
            <a:ext cx="54864" cy="10515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60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task would you NEVER do yourself again?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49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superpower would it give you?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3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Why · How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AI?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74904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3749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software that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learns from examples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being programmed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strict rules.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3657600" cy="18288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learned to spot a dog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a rulebook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from seeing thousands of dogs."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10972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6187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32120" y="1124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3212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faces, objects, handwriting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2194560"/>
            <a:ext cx="4023360" cy="10972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9631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5321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writes, understands human language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54880" y="3429000"/>
            <a:ext cx="4023360" cy="10972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7307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32120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5321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and generates voice in real time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 AI  vs  AI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69080" y="1645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657600" cy="3794760"/>
          </a:xfrm>
          <a:prstGeom prst="rect">
            <a:avLst/>
          </a:prstGeom>
          <a:solidFill>
            <a:srgbClr val="061422"/>
          </a:solidFill>
          <a:ln w="12700">
            <a:solidFill>
              <a:srgbClr val="0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85AA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474720" cy="502920"/>
          </a:xfrm>
          <a:prstGeom prst="rect">
            <a:avLst/>
          </a:prstGeom>
          <a:solidFill>
            <a:srgbClr val="040E1C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020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3474720" cy="502920"/>
          </a:xfrm>
          <a:prstGeom prst="rect">
            <a:avLst/>
          </a:prstGeom>
          <a:solidFill>
            <a:srgbClr val="07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1284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3474720" cy="502920"/>
          </a:xfrm>
          <a:prstGeom prst="rect">
            <a:avLst/>
          </a:prstGeom>
          <a:solidFill>
            <a:srgbClr val="040E1C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2549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take 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3474720" cy="502920"/>
          </a:xfrm>
          <a:prstGeom prst="rect">
            <a:avLst/>
          </a:prstGeom>
          <a:solidFill>
            <a:srgbClr val="07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3814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after each chat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3474720" cy="502920"/>
          </a:xfrm>
          <a:prstGeom prst="rect">
            <a:avLst/>
          </a:prstGeom>
          <a:solidFill>
            <a:srgbClr val="040E1C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507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only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960120"/>
            <a:ext cx="3657600" cy="3794760"/>
          </a:xfrm>
          <a:prstGeom prst="rect">
            <a:avLst/>
          </a:prstGeom>
          <a:solidFill>
            <a:srgbClr val="030F1F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960120"/>
            <a:ext cx="54864" cy="3794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1508760"/>
            <a:ext cx="3474720" cy="502920"/>
          </a:xfrm>
          <a:prstGeom prst="rect">
            <a:avLst/>
          </a:prstGeom>
          <a:solidFill>
            <a:srgbClr val="040E1C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61848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69280" y="160020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acts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212080" y="2121408"/>
            <a:ext cx="3474720" cy="502920"/>
          </a:xfrm>
          <a:prstGeom prst="rect">
            <a:avLst/>
          </a:prstGeom>
          <a:solidFill>
            <a:srgbClr val="071828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231136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69280" y="22128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camera + text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212080" y="2734056"/>
            <a:ext cx="3474720" cy="502920"/>
          </a:xfrm>
          <a:prstGeom prst="rect">
            <a:avLst/>
          </a:prstGeom>
          <a:solidFill>
            <a:srgbClr val="040E1C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843784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69280" y="282549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real-world tools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212080" y="3346704"/>
            <a:ext cx="3474720" cy="502920"/>
          </a:xfrm>
          <a:prstGeom prst="rect">
            <a:avLst/>
          </a:prstGeom>
          <a:solidFill>
            <a:srgbClr val="071828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3456432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69280" y="343814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remember context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212080" y="3959352"/>
            <a:ext cx="3474720" cy="502920"/>
          </a:xfrm>
          <a:prstGeom prst="rect">
            <a:avLst/>
          </a:prstGeom>
          <a:solidFill>
            <a:srgbClr val="040E1C"/>
          </a:solidFill>
          <a:ln w="12700">
            <a:solidFill>
              <a:srgbClr val="0C385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4069080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669280" y="405079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proactive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AI Agent has 3 parts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97280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96312"/>
            <a:ext cx="2423160" cy="18288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GPT-4, Claude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message, reasons about what to do, decides which tool to use and forms a response.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72968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72968" y="960120"/>
            <a:ext cx="2697480" cy="54864"/>
          </a:xfrm>
          <a:prstGeom prst="rect">
            <a:avLst/>
          </a:prstGeom>
          <a:solidFill>
            <a:srgbClr val="7CB8FF"/>
          </a:solidFill>
          <a:ln w="12700">
            <a:solidFill>
              <a:srgbClr val="7CB8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0789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097280"/>
            <a:ext cx="658368" cy="6583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B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SENSES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10128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channels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310128" y="2496312"/>
            <a:ext cx="2423160" cy="18288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10128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Text · Camera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perceives the world — listens to you speak, reads text, or sees through your camera.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25896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25896" y="960120"/>
            <a:ext cx="269748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63056" y="10789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097280"/>
            <a:ext cx="658368" cy="6583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HANDS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163056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APIs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63056" y="2496312"/>
            <a:ext cx="2423160" cy="18288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63056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· Search · Email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actions the agent can take — call APIs, send messages, search the web, set reminders.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you already 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62763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16276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9047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24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Siri / Alexa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508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agents that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timers, play music, 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devices.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60520" cy="162763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960120"/>
            <a:ext cx="54864" cy="16276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9047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124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+ Browsing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1508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web, reads pages,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synthesises answers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0040" y="2743200"/>
            <a:ext cx="4160520" cy="162763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2743200"/>
            <a:ext cx="54864" cy="16276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7355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9077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88720" y="3291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codebase, suggests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completions, writes whole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for you.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09160" y="2743200"/>
            <a:ext cx="4160520" cy="162763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2743200"/>
            <a:ext cx="54864" cy="16276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27355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29077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Service Bots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291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appointments,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routes support tickets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human help.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Jarvis works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417320" cy="2011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1417320" cy="292608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830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423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Speak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captures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0" y="2313432"/>
            <a:ext cx="182880" cy="36576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20240" y="2240280"/>
            <a:ext cx="91440" cy="1828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1325880"/>
            <a:ext cx="1417320" cy="2011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1325880"/>
            <a:ext cx="1417320" cy="292608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1362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7830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2423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Thinks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01168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29000" y="2313432"/>
            <a:ext cx="182880" cy="36576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20440" y="2240280"/>
            <a:ext cx="91440" cy="1828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11880" y="1325880"/>
            <a:ext cx="1417320" cy="2011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11880" y="1325880"/>
            <a:ext cx="1417320" cy="292608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11880" y="1362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17830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11880" y="2423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Called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1188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web,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weather...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0" y="2313432"/>
            <a:ext cx="182880" cy="36576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120640" y="2240280"/>
            <a:ext cx="91440" cy="1828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12080" y="1325880"/>
            <a:ext cx="1417320" cy="2011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12080" y="1325880"/>
            <a:ext cx="1417320" cy="292608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12080" y="1362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17830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12080" y="2423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 Back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21208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returns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629400" y="2313432"/>
            <a:ext cx="182880" cy="36576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720840" y="2240280"/>
            <a:ext cx="91440" cy="1828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812280" y="1325880"/>
            <a:ext cx="1417320" cy="2011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812280" y="1325880"/>
            <a:ext cx="1417320" cy="292608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812280" y="1362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7830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812280" y="24231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Jarvis Speaks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681228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you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WHAT, WHY &amp; HOW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3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Jarvis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MEET JARVIS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Jarvis can do — right now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4864"/>
          </a:xfrm>
          <a:prstGeom prst="rect">
            <a:avLst/>
          </a:prstGeom>
          <a:solidFill>
            <a:srgbClr val="5BC8FF"/>
          </a:solidFill>
          <a:ln w="12700">
            <a:solidFill>
              <a:srgbClr val="5B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115568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WEATHER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242316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39572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"What's the weather in London?"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calls the Open-Meteo API and tells you the temperature and wind speed — no app needed.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72968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72968" y="960120"/>
            <a:ext cx="26974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115568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10128" y="2304288"/>
            <a:ext cx="242316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0128" y="239572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"What's happening in the news today?"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does a live DuckDuckGo search and reads you the results instantly.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25896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25896" y="960120"/>
            <a:ext cx="2697480" cy="54864"/>
          </a:xfrm>
          <a:prstGeom prst="rect">
            <a:avLst/>
          </a:prstGeom>
          <a:solidFill>
            <a:srgbClr val="00E8DF"/>
          </a:solidFill>
          <a:ln w="12700">
            <a:solidFill>
              <a:srgbClr val="00E8D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115568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63056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EMAIL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63056" y="2304288"/>
            <a:ext cx="242316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163056" y="239572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"Email John that I'll be 10 minutes late."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composes and sends a real Gmail email — you just say it out loud.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MEET JARVIS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MEET JARVIS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technology behind Jarvis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LiveKit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VIDEO INFRASTRUCTURE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242316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real-time framework. Handles your microphone, camera, and noise cancellation — streams everything to the agent.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960120"/>
            <a:ext cx="2697480" cy="54864"/>
          </a:xfrm>
          <a:prstGeom prst="rect">
            <a:avLst/>
          </a:prstGeom>
          <a:solidFill>
            <a:srgbClr val="7CB8FF"/>
          </a:solidFill>
          <a:ln w="12700">
            <a:solidFill>
              <a:srgbClr val="7CB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155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B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LANGUAGE 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2304288"/>
            <a:ext cx="242316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39572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Jarvis. A state-of-the-art realtime AI model that listens, understands context, decides actions, and speaks back.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25896" y="960120"/>
            <a:ext cx="269748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960120"/>
            <a:ext cx="269748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1155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63056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BACKEND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304288"/>
            <a:ext cx="242316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39572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 of Jarvis. Python functions connect to real APIs — weather, DuckDuckGo, Gmail — and return results to the model.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MEET JARVIS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0" y="1124712"/>
            <a:ext cx="4023360" cy="3419856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513332"/>
            <a:ext cx="3108960" cy="2642616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901952"/>
            <a:ext cx="2194560" cy="1865376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2562606"/>
            <a:ext cx="640080" cy="544068"/>
          </a:xfrm>
          <a:prstGeom prst="ellipse">
            <a:avLst/>
          </a:prstGeom>
          <a:solidFill>
            <a:srgbClr val="00C8FF">
              <a:alpha val="60000"/>
            </a:srgbClr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006880">
                <a:alpha val="9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00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my name is Jarvis. How may I help you?"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Jarvis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MEET JARVIS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00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1400" kern="0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0" y="2651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· Back at 10:45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· grab a coffee · get ready to build ☝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3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YOUR OWN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walkthrough  ·  Setup  ·  The tool pattern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Jarvis Template — 4 files, that's 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133856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agent. Connects to LiveKit, loads the AI model, enables your camera &amp; microphone, and calls your tools.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84248"/>
            <a:ext cx="54864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75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11226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Jarvis's character lives. Change this file to make your agent funny, formal, speak another language — anything.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62656"/>
            <a:ext cx="54864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540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09067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 will be working today. Each function here = one thing your agent can 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941064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941064"/>
            <a:ext cx="54864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325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token_server.py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" y="4416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4069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web server that gives your browser permission to join the voice room. Run it once and forget about 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set up — 4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685800" cy="8686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10789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the template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4447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clone the Jarvis starter template shared in the workshop chat.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65960"/>
            <a:ext cx="685800" cy="8686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945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20574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4231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in the folder and run:  pip install -r requirements.txt  then  cd frontend &amp;&amp; npm install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44368"/>
            <a:ext cx="685800" cy="8686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729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30358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your .env file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4015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.env file and paste your LIVEKIT_API_KEY, LIVEKIT_API_SECRET, LIVEKIT_URL, GMAIL_USER and GMAIL_APP_PASSWORD.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22776"/>
            <a:ext cx="8503920" cy="86868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922776"/>
            <a:ext cx="685800" cy="868680"/>
          </a:xfrm>
          <a:prstGeom prst="rect">
            <a:avLst/>
          </a:prstGeom>
          <a:solidFill>
            <a:srgbClr val="00486A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5137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5568" y="40142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3 terminals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37997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1: python agent.py dev    ·    Terminal 2: python token_server.py    ·    Terminal 3: cd frontend &amp;&amp; npm run dev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add a tool — the pattern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005840"/>
          </a:xfrm>
          <a:prstGeom prst="rect">
            <a:avLst/>
          </a:prstGeom>
          <a:solidFill>
            <a:srgbClr val="030D18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livekit.agents import </a:t>
            </a:r>
            <a:pPr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function_tool, RunContext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</a:t>
            </a:r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my_tool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(context: RunContext, my_param: </a:t>
            </a:r>
            <a:pPr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1463040"/>
          </a:xfrm>
          <a:prstGeom prst="rect">
            <a:avLst/>
          </a:prstGeom>
          <a:solidFill>
            <a:srgbClr val="030D18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9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pPr indent="0" marL="0">
              <a:buNone/>
            </a:pPr>
            <a:r>
              <a:rPr lang="en-US" sz="1300" dirty="0">
                <a:solidFill>
                  <a:srgbClr val="5A9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 Jarvis what this tool does here.</a:t>
            </a:r>
            <a:pPr indent="0" marL="0">
              <a:buNone/>
            </a:pPr>
            <a:r>
              <a:rPr lang="en-US" sz="1300" dirty="0">
                <a:solidFill>
                  <a:srgbClr val="5A9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</a:t>
            </a:r>
            <a:pPr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call_some_api(my_param)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300" dirty="0">
                <a:solidFill>
                  <a:srgbClr val="8FB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f"Result: {result}"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Then add your function to the tools list in agent.py!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2697480" cy="1188720"/>
          </a:xfrm>
          <a:prstGeom prst="rect">
            <a:avLst/>
          </a:prstGeom>
          <a:solidFill>
            <a:srgbClr val="030D1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3566160"/>
            <a:ext cx="2697480" cy="1188720"/>
          </a:xfrm>
          <a:prstGeom prst="rect">
            <a:avLst/>
          </a:prstGeom>
          <a:solidFill>
            <a:srgbClr val="030D1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566160"/>
            <a:ext cx="2377440" cy="1188720"/>
          </a:xfrm>
          <a:prstGeom prst="rect">
            <a:avLst/>
          </a:prstGeom>
          <a:solidFill>
            <a:srgbClr val="030D1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11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this function as a Jarvis skill — without it, Jarvis won't know the tool exists.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reads this to know when to call the tool. Write it clearly — it's the tool's brain.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886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return, Jarvis says out loud. Be descriptive!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3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TIME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Checkpoints  ·  6 Tools  ·  75 minutes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6 tools to build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33472" cy="17373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33472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139903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Tell a Joke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874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051560"/>
            <a:ext cx="438912" cy="228600"/>
          </a:xfrm>
          <a:prstGeom prst="rect">
            <a:avLst/>
          </a:prstGeom>
          <a:solidFill>
            <a:srgbClr val="001A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3160" y="10698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82112" y="960120"/>
            <a:ext cx="2633472" cy="17373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82112" y="960120"/>
            <a:ext cx="2633472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4173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11430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959352" y="139903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a Quote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959352" y="1874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285232" y="1051560"/>
            <a:ext cx="438912" cy="228600"/>
          </a:xfrm>
          <a:prstGeom prst="rect">
            <a:avLst/>
          </a:prstGeom>
          <a:solidFill>
            <a:srgbClr val="001A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85232" y="10698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044184" y="960120"/>
            <a:ext cx="2633472" cy="17373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44184" y="960120"/>
            <a:ext cx="2633472" cy="54864"/>
          </a:xfrm>
          <a:prstGeom prst="rect">
            <a:avLst/>
          </a:prstGeom>
          <a:solidFill>
            <a:srgbClr val="7CB8FF"/>
          </a:solidFill>
          <a:ln w="12700">
            <a:solidFill>
              <a:srgbClr val="7CB8F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41732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21424" y="11430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821424" y="139903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News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821424" y="1874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key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147304" y="1051560"/>
            <a:ext cx="438912" cy="228600"/>
          </a:xfrm>
          <a:prstGeom prst="rect">
            <a:avLst/>
          </a:prstGeom>
          <a:solidFill>
            <a:srgbClr val="001A28"/>
          </a:solidFill>
          <a:ln w="12700">
            <a:solidFill>
              <a:srgbClr val="7CB8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147304" y="10698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2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20040" y="2880360"/>
            <a:ext cx="2633472" cy="17373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2880360"/>
            <a:ext cx="2633472" cy="54864"/>
          </a:xfrm>
          <a:prstGeom prst="rect">
            <a:avLst/>
          </a:prstGeom>
          <a:solidFill>
            <a:srgbClr val="7CB8FF"/>
          </a:solidFill>
          <a:ln w="12700">
            <a:solidFill>
              <a:srgbClr val="7CB8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33756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7280" y="30632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97280" y="33192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Wikipedia Summary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097280" y="37947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423160" y="2971800"/>
            <a:ext cx="438912" cy="228600"/>
          </a:xfrm>
          <a:prstGeom prst="rect">
            <a:avLst/>
          </a:prstGeom>
          <a:solidFill>
            <a:srgbClr val="001A28"/>
          </a:solidFill>
          <a:ln w="12700">
            <a:solidFill>
              <a:srgbClr val="7CB8F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423160" y="2990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2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3182112" y="2880360"/>
            <a:ext cx="2633472" cy="17373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182112" y="2880360"/>
            <a:ext cx="2633472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337560"/>
            <a:ext cx="502920" cy="5029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959352" y="30632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5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3959352" y="33192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a Reminder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3959352" y="37947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285232" y="2971800"/>
            <a:ext cx="438912" cy="228600"/>
          </a:xfrm>
          <a:prstGeom prst="rect">
            <a:avLst/>
          </a:prstGeom>
          <a:solidFill>
            <a:srgbClr val="001A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285232" y="2990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3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044184" y="2880360"/>
            <a:ext cx="2633472" cy="17373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044184" y="2880360"/>
            <a:ext cx="2633472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337560"/>
            <a:ext cx="502920" cy="5029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821424" y="306324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6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821424" y="33192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Currency Converter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6821424" y="37947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8147304" y="2971800"/>
            <a:ext cx="438912" cy="228600"/>
          </a:xfrm>
          <a:prstGeom prst="rect">
            <a:avLst/>
          </a:prstGeom>
          <a:solidFill>
            <a:srgbClr val="001A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147304" y="2990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3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solidFill>
            <a:srgbClr val="00486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11:30 · Tools 1 &amp;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needed — just Python + the internet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68680"/>
            <a:ext cx="416052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058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Tell a Joke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https://official-joke-api.appspot.com/random_joke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" y="2240280"/>
            <a:ext cx="3822192" cy="1508760"/>
          </a:xfrm>
          <a:prstGeom prst="rect">
            <a:avLst/>
          </a:prstGeom>
          <a:solidFill>
            <a:srgbClr val="030D18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23042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"https://official-joke-api.appspot.com/random_joke"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requests.get(url).json()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f"{data['setup']}...{data['punchline']}"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058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0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a Quote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73752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URL: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73752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https://api.quotable.io/random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873752" y="2240280"/>
            <a:ext cx="3822192" cy="1508760"/>
          </a:xfrm>
          <a:prstGeom prst="rect">
            <a:avLst/>
          </a:prstGeom>
          <a:solidFill>
            <a:srgbClr val="030D18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65192" y="23042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requests.get("https://api.quotable.io/random")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response.json()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f'"{data["content"]}" — {data["author"]}'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· CHECKPOINT 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solidFill>
            <a:srgbClr val="001A38"/>
          </a:solidFill>
          <a:ln w="12700">
            <a:solidFill>
              <a:srgbClr val="7CB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B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11:55 · Tools 3 &amp; 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5120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needs no key · NewsAPI has a free tier at newsapi.org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68680"/>
            <a:ext cx="4160520" cy="54864"/>
          </a:xfrm>
          <a:prstGeom prst="rect">
            <a:avLst/>
          </a:prstGeom>
          <a:solidFill>
            <a:srgbClr val="7CB8FF"/>
          </a:solidFill>
          <a:ln w="12700">
            <a:solidFill>
              <a:srgbClr val="7CB8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058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News Headlines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4632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https://newsapi.org/v2/top-headlines?country=us&amp;apiKey=YOUR_KEY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4632" y="2240280"/>
            <a:ext cx="3822192" cy="1508760"/>
          </a:xfrm>
          <a:prstGeom prst="rect">
            <a:avLst/>
          </a:prstGeom>
          <a:solidFill>
            <a:srgbClr val="030D18"/>
          </a:solidFill>
          <a:ln w="12700">
            <a:solidFill>
              <a:srgbClr val="0C30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23042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requests.get(url)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articles = response.json()["articles"][:3]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"\n".join([a["title"] for a in articles])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7CB8FF"/>
          </a:solidFill>
          <a:ln w="12700">
            <a:solidFill>
              <a:srgbClr val="7CB8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058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0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Wikipedia Summary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73752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URL: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73752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https://en.wikipedia.org/api/rest_v1/page/summary/{topic}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873752" y="2240280"/>
            <a:ext cx="3822192" cy="1508760"/>
          </a:xfrm>
          <a:prstGeom prst="rect">
            <a:avLst/>
          </a:prstGeom>
          <a:solidFill>
            <a:srgbClr val="030D18"/>
          </a:solidFill>
          <a:ln w="12700">
            <a:solidFill>
              <a:srgbClr val="0C30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65192" y="23042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"https://en.wikipedia.org/api/rest_v1"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f"{base}/page/summary/{topic}"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requests.get(url).json()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data.get("extract", "Not found.")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· CHECKPOINT 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1371600" cy="347472"/>
          </a:xfrm>
          <a:prstGeom prst="rect">
            <a:avLst/>
          </a:prstGeom>
          <a:solidFill>
            <a:srgbClr val="001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12:15 · Tools 5 &amp; 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use Python threading · Currency uses a free API — no key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68680"/>
            <a:ext cx="4160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058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a Reminder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4632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external API — uses Python threading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4632" y="2240280"/>
            <a:ext cx="3822192" cy="1508760"/>
          </a:xfrm>
          <a:prstGeom prst="rect">
            <a:avLst/>
          </a:prstGeom>
          <a:solidFill>
            <a:srgbClr val="030D18"/>
          </a:solidFill>
          <a:ln w="12700">
            <a:solidFill>
              <a:srgbClr val="0A2A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23042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threading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remind():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print(f"Reminder: {message}")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threading.Timer(seconds, remind)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t.start()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f"Reminder set for {seconds}s."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058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987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0" y="1234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Currency Converter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73752" y="1691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URL: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73752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AA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https://api.exchangerate-api.com/v4/latest/USD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873752" y="2240280"/>
            <a:ext cx="3822192" cy="1508760"/>
          </a:xfrm>
          <a:prstGeom prst="rect">
            <a:avLst/>
          </a:prstGeom>
          <a:solidFill>
            <a:srgbClr val="030D18"/>
          </a:solidFill>
          <a:ln w="12700">
            <a:solidFill>
              <a:srgbClr val="0A2A1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65192" y="23042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 = "https://api.exchangerate-api.com/v4"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f"{base_url}/latest/{from_cur}"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requests.get(url).json()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data["rates"].get(to_cur)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f"1 {from_cur} = {rate} {to_cur}"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· CHECKPOINT 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3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SHOWCASE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us what you built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us your Jarvis!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0789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0789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80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21615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agent live — show at least 2 tools working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240280"/>
            <a:ext cx="8503920" cy="10789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240280"/>
            <a:ext cx="54864" cy="10789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14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45059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us — what's the most interesting thing yours does?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320040" y="3474720"/>
            <a:ext cx="8503920" cy="1078992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040" y="3474720"/>
            <a:ext cx="54864" cy="10789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7490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368503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build next if you had more time?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first — then we'll go around the room  🎙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AI agents: PinkFare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846320" cy="379476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84632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PINK TAX?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products are often priced higher than identical men's products — this hidden surcharge is called the Pink Tax.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4572000" cy="22860"/>
          </a:xfrm>
          <a:prstGeom prst="rect">
            <a:avLst/>
          </a:prstGeom>
          <a:solidFill>
            <a:srgbClr val="0C385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PINKFARE USES AI AGENTS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3288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2505456"/>
            <a:ext cx="41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crawls product listings across retailers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4495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3017520"/>
            <a:ext cx="41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identifies equivalent men's &amp; women's products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5701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3529584"/>
            <a:ext cx="41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computes price disparities at scale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6908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4041648"/>
            <a:ext cx="41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surfaced on pinkfare.com for consumers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394960" y="960120"/>
            <a:ext cx="3429000" cy="1737360"/>
          </a:xfrm>
          <a:prstGeom prst="rect">
            <a:avLst/>
          </a:prstGeom>
          <a:solidFill>
            <a:srgbClr val="0F0010"/>
          </a:solidFill>
          <a:ln w="12700">
            <a:solidFill>
              <a:srgbClr val="3D003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94960" y="960120"/>
            <a:ext cx="34290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394960" y="111556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~13%</a:t>
            </a:r>
            <a:endParaRPr lang="en-US" sz="5800" dirty="0"/>
          </a:p>
        </p:txBody>
      </p:sp>
      <p:sp>
        <p:nvSpPr>
          <p:cNvPr id="22" name="Text 16"/>
          <p:cNvSpPr/>
          <p:nvPr/>
        </p:nvSpPr>
        <p:spPr>
          <a:xfrm>
            <a:off x="53949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Pink Tax premium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women's products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394960" y="2834640"/>
            <a:ext cx="3429000" cy="192024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394960" y="2971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394960" y="3246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pinkfare.com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394960" y="38404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 multi-agent system.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 can create.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— PINKFARE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3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 ·  Go further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up your Jarvis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82880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9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097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" y="1344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Memory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61288" y="1764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mem0 or a simple database so Jarvis remembers your name, preferences, and past conversations across sessions.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960120"/>
            <a:ext cx="54864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819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097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550408" y="1344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It Online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550408" y="1764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your agent on Railway or Render. Share a link and let anyone talk to your Jarvis from anywhere in the world.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971800"/>
            <a:ext cx="4160520" cy="182880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2971800"/>
            <a:ext cx="54864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9359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61288" y="3108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61288" y="3355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System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161288" y="37764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team of specialised agents — one for research, one for writing, one for scheduling — that collaborate like PinkFare.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2971800"/>
            <a:ext cx="54864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93592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0408" y="3108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550408" y="3355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Tools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550408" y="37764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can already see you. Build tools that act on what it sees: read text on screen, identify objects, describe your surroundings.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 + Links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1887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984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LiveKit Agents Docs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362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docs.livekit.io/agents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" y="1618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 for the framework powering Jarvis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1887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96012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2984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Gemini Docs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1362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ai.google.dev/docs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40680" y="1618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explore models, capabilities, pricing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2286000"/>
            <a:ext cx="4160520" cy="11887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228600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62432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Template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51560" y="26883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link shared in chat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51560" y="2944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Jarvis starter code used in today's session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286000"/>
            <a:ext cx="4160520" cy="11887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228600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62432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NewsAPI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40680" y="26883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newsapi.org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40680" y="2944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100 requests/day, perfect for building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040" y="361188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950208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51560" y="3703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PinkFare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051560" y="4014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pinkfare.com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051560" y="4270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real multi-agent system live in production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061828"/>
          </a:solidFill>
          <a:ln w="12700">
            <a:solidFill>
              <a:srgbClr val="0C385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50208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40680" y="3703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 — Claude Docs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440680" y="4014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docs.anthropic.com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440680" y="4270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Claude models as an alternative AI brain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RESOURCES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2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280160"/>
            <a:ext cx="3657600" cy="3108960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668780"/>
            <a:ext cx="2743200" cy="2331720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2057400"/>
            <a:ext cx="1828800" cy="1554480"/>
          </a:xfrm>
          <a:prstGeom prst="ellipse">
            <a:avLst/>
          </a:prstGeom>
          <a:solidFill>
            <a:srgbClr val="001A28">
              <a:alpha val="5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15968" y="2617013"/>
            <a:ext cx="512064" cy="435254"/>
          </a:xfrm>
          <a:prstGeom prst="ellipse">
            <a:avLst/>
          </a:prstGeom>
          <a:solidFill>
            <a:srgbClr val="00C8FF">
              <a:alpha val="60000"/>
            </a:srgbClr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built an AI agent. That's not nothing.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11680" y="2926080"/>
            <a:ext cx="5120640" cy="1417320"/>
          </a:xfrm>
          <a:prstGeom prst="rect">
            <a:avLst/>
          </a:prstGeom>
          <a:solidFill>
            <a:srgbClr val="030D18"/>
          </a:solidFill>
          <a:ln w="12700">
            <a:solidFill>
              <a:srgbClr val="004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017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3291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fill in the feedback form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is in the workshop chat.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7320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4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pinkfare.com  ·  Stay in touch!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Your Own Jarvis — AI Agents Workshop</dc:title>
  <dc:subject>PptxGenJS Presentation</dc:subject>
  <dc:creator>PptxGenJS</dc:creator>
  <cp:lastModifiedBy>PptxGenJS</cp:lastModifiedBy>
  <cp:revision>1</cp:revision>
  <dcterms:created xsi:type="dcterms:W3CDTF">2026-02-27T15:29:42Z</dcterms:created>
  <dcterms:modified xsi:type="dcterms:W3CDTF">2026-02-27T15:29:42Z</dcterms:modified>
</cp:coreProperties>
</file>